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12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6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4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43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2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75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7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2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0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4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73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42" y="1138205"/>
            <a:ext cx="11771086" cy="5224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37700" y="2470148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0101_0101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35500" y="247014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0000_1111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86600" y="2470149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1010_1010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2470148"/>
            <a:ext cx="245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1111_0000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240665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71780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301625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31470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61950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93065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22910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4546600" y="4921250"/>
            <a:ext cx="0" cy="9588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70125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60675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52775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62225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51226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1776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33876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43326" y="5216009"/>
            <a:ext cx="29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3700" y="177800"/>
            <a:ext cx="3994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write</a:t>
            </a:r>
            <a:endParaRPr lang="ko-KR" altLang="en-US" sz="440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483235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514350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544195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574040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604520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635635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665480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972303" y="4921250"/>
            <a:ext cx="0" cy="9588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695828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86378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78478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87928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76929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67479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759579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69029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cxnSp>
        <p:nvCxnSpPr>
          <p:cNvPr id="61" name="직선 연결선 60"/>
          <p:cNvCxnSpPr/>
          <p:nvPr/>
        </p:nvCxnSpPr>
        <p:spPr>
          <a:xfrm>
            <a:off x="728822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759937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789782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19627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50107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881222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911067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9428170" y="4921250"/>
            <a:ext cx="0" cy="958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15169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74224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03434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4379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33279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92334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21544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62489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969849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1000964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1030809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1060654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091134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1122249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52094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11838440" y="4921250"/>
            <a:ext cx="0" cy="958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56196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15251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44461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854065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74306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133361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0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62571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035166" y="5216009"/>
            <a:ext cx="2984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00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9" y="1005858"/>
            <a:ext cx="11994691" cy="4905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809" y="304800"/>
            <a:ext cx="3994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READ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184400" y="3206750"/>
            <a:ext cx="2622550" cy="43815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3898900" y="2673350"/>
            <a:ext cx="285750" cy="47625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32050" y="1884054"/>
            <a:ext cx="2095500" cy="789296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9" name="TextBox 8"/>
          <p:cNvSpPr txBox="1"/>
          <p:nvPr/>
        </p:nvSpPr>
        <p:spPr>
          <a:xfrm>
            <a:off x="2489200" y="1952437"/>
            <a:ext cx="99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1. 0000_0001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2. 0000_0011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3. 0000_0111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4. 0000_1111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6950" y="1952437"/>
            <a:ext cx="99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5. 0001_1110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6. 0011_1100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7. 0111_1000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8. 1111_0000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57749" y="3206750"/>
            <a:ext cx="2393951" cy="4381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아래쪽 화살표 17"/>
          <p:cNvSpPr/>
          <p:nvPr/>
        </p:nvSpPr>
        <p:spPr>
          <a:xfrm>
            <a:off x="6480175" y="2673350"/>
            <a:ext cx="285750" cy="47625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013325" y="1884054"/>
            <a:ext cx="2095500" cy="7892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0" name="TextBox 19"/>
          <p:cNvSpPr txBox="1"/>
          <p:nvPr/>
        </p:nvSpPr>
        <p:spPr>
          <a:xfrm>
            <a:off x="5070475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1. 1110_0000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2. 1100_0000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3. 1000_0000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4. 0000_0000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18225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5. 0000_0001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6. 0000_0011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7. 0000_0111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8. 0000_1111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308850" y="3206750"/>
            <a:ext cx="2393950" cy="4381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>
            <a:off x="9023350" y="2673350"/>
            <a:ext cx="285750" cy="47625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556500" y="1884054"/>
            <a:ext cx="2095500" cy="78929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5" name="TextBox 24"/>
          <p:cNvSpPr txBox="1"/>
          <p:nvPr/>
        </p:nvSpPr>
        <p:spPr>
          <a:xfrm>
            <a:off x="7613650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1. 0001_1111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2. 0011_1110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3. 0111_1101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4. 1111_1010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61400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5. 1111_0101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6. 1110_1010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7. 1101_0101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8. 1010_1010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9759950" y="3206750"/>
            <a:ext cx="2343150" cy="43815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아래쪽 화살표 28"/>
          <p:cNvSpPr/>
          <p:nvPr/>
        </p:nvSpPr>
        <p:spPr>
          <a:xfrm>
            <a:off x="11474450" y="2673350"/>
            <a:ext cx="285750" cy="476250"/>
          </a:xfrm>
          <a:prstGeom prst="downArrow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9842500" y="1884054"/>
            <a:ext cx="2095500" cy="789296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31" name="TextBox 30"/>
          <p:cNvSpPr txBox="1"/>
          <p:nvPr/>
        </p:nvSpPr>
        <p:spPr>
          <a:xfrm>
            <a:off x="9899650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1. 0000_0001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2. 0000_0011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3. 0000_0111</a:t>
            </a:r>
            <a:endParaRPr lang="en-US" altLang="ko-KR" sz="1000" b="1">
              <a:solidFill>
                <a:schemeClr val="bg1"/>
              </a:solidFill>
            </a:endParaRP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4. 0000_1111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47400" y="1952437"/>
            <a:ext cx="9906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5. 0001_1110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6. 0011_1100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7. 0111_1000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8. 1111_0000</a:t>
            </a:r>
            <a:endParaRPr lang="ko-KR" altLang="en-US" sz="1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6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그림 1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" y="854955"/>
            <a:ext cx="11740016" cy="311049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6189" y="0"/>
            <a:ext cx="5432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MASTER MODE</a:t>
            </a:r>
            <a:endParaRPr lang="ko-KR" altLang="en-US" sz="4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1979623" y="854954"/>
            <a:ext cx="9674402" cy="3110496"/>
            <a:chOff x="2087771" y="1039104"/>
            <a:chExt cx="9674402" cy="3110496"/>
          </a:xfrm>
        </p:grpSpPr>
        <p:grpSp>
          <p:nvGrpSpPr>
            <p:cNvPr id="23" name="그룹 22"/>
            <p:cNvGrpSpPr/>
            <p:nvPr/>
          </p:nvGrpSpPr>
          <p:grpSpPr>
            <a:xfrm>
              <a:off x="2243509" y="3593976"/>
              <a:ext cx="1976437" cy="223044"/>
              <a:chOff x="2405063" y="4350541"/>
              <a:chExt cx="1976437" cy="333378"/>
            </a:xfrm>
          </p:grpSpPr>
          <p:cxnSp>
            <p:nvCxnSpPr>
              <p:cNvPr id="6" name="직선 화살표 연결선 5"/>
              <p:cNvCxnSpPr/>
              <p:nvPr/>
            </p:nvCxnSpPr>
            <p:spPr>
              <a:xfrm flipV="1">
                <a:off x="2405063" y="4350544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화살표 연결선 6"/>
              <p:cNvCxnSpPr/>
              <p:nvPr/>
            </p:nvCxnSpPr>
            <p:spPr>
              <a:xfrm flipV="1">
                <a:off x="2683669" y="4350544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화살표 연결선 7"/>
              <p:cNvCxnSpPr/>
              <p:nvPr/>
            </p:nvCxnSpPr>
            <p:spPr>
              <a:xfrm flipV="1">
                <a:off x="2971801" y="4350544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화살표 연결선 8"/>
              <p:cNvCxnSpPr/>
              <p:nvPr/>
            </p:nvCxnSpPr>
            <p:spPr>
              <a:xfrm flipV="1">
                <a:off x="3250407" y="4350543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화살표 연결선 9"/>
              <p:cNvCxnSpPr/>
              <p:nvPr/>
            </p:nvCxnSpPr>
            <p:spPr>
              <a:xfrm flipV="1">
                <a:off x="3533775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화살표 연결선 10"/>
              <p:cNvCxnSpPr/>
              <p:nvPr/>
            </p:nvCxnSpPr>
            <p:spPr>
              <a:xfrm flipV="1">
                <a:off x="3819526" y="4350543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/>
              <p:cNvCxnSpPr/>
              <p:nvPr/>
            </p:nvCxnSpPr>
            <p:spPr>
              <a:xfrm flipV="1">
                <a:off x="4098132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/>
              <p:cNvCxnSpPr/>
              <p:nvPr/>
            </p:nvCxnSpPr>
            <p:spPr>
              <a:xfrm flipV="1">
                <a:off x="4381500" y="4350541"/>
                <a:ext cx="0" cy="333375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그룹 21"/>
            <p:cNvGrpSpPr/>
            <p:nvPr/>
          </p:nvGrpSpPr>
          <p:grpSpPr>
            <a:xfrm rot="10800000">
              <a:off x="4779532" y="3588021"/>
              <a:ext cx="1976437" cy="223042"/>
              <a:chOff x="4814888" y="4350539"/>
              <a:chExt cx="1976437" cy="333378"/>
            </a:xfrm>
          </p:grpSpPr>
          <p:cxnSp>
            <p:nvCxnSpPr>
              <p:cNvPr id="14" name="직선 화살표 연결선 13"/>
              <p:cNvCxnSpPr/>
              <p:nvPr/>
            </p:nvCxnSpPr>
            <p:spPr>
              <a:xfrm flipV="1">
                <a:off x="4814888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화살표 연결선 14"/>
              <p:cNvCxnSpPr/>
              <p:nvPr/>
            </p:nvCxnSpPr>
            <p:spPr>
              <a:xfrm flipV="1">
                <a:off x="5093494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/>
              <p:cNvCxnSpPr/>
              <p:nvPr/>
            </p:nvCxnSpPr>
            <p:spPr>
              <a:xfrm flipV="1">
                <a:off x="5381626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/>
              <p:cNvCxnSpPr/>
              <p:nvPr/>
            </p:nvCxnSpPr>
            <p:spPr>
              <a:xfrm flipV="1">
                <a:off x="5660232" y="4350541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/>
              <p:cNvCxnSpPr/>
              <p:nvPr/>
            </p:nvCxnSpPr>
            <p:spPr>
              <a:xfrm flipV="1">
                <a:off x="5943600" y="4350540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/>
              <p:cNvCxnSpPr/>
              <p:nvPr/>
            </p:nvCxnSpPr>
            <p:spPr>
              <a:xfrm flipV="1">
                <a:off x="6229351" y="4350541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/>
              <p:cNvCxnSpPr/>
              <p:nvPr/>
            </p:nvCxnSpPr>
            <p:spPr>
              <a:xfrm flipV="1">
                <a:off x="6507957" y="4350540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/>
              <p:cNvCxnSpPr/>
              <p:nvPr/>
            </p:nvCxnSpPr>
            <p:spPr>
              <a:xfrm flipV="1">
                <a:off x="6791325" y="4350539"/>
                <a:ext cx="0" cy="33337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 rot="10800000">
              <a:off x="7044101" y="3593976"/>
              <a:ext cx="1976437" cy="223042"/>
              <a:chOff x="4814888" y="4350539"/>
              <a:chExt cx="1976437" cy="333378"/>
            </a:xfrm>
          </p:grpSpPr>
          <p:cxnSp>
            <p:nvCxnSpPr>
              <p:cNvPr id="29" name="직선 화살표 연결선 28"/>
              <p:cNvCxnSpPr/>
              <p:nvPr/>
            </p:nvCxnSpPr>
            <p:spPr>
              <a:xfrm flipV="1">
                <a:off x="4814888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화살표 연결선 29"/>
              <p:cNvCxnSpPr/>
              <p:nvPr/>
            </p:nvCxnSpPr>
            <p:spPr>
              <a:xfrm flipV="1">
                <a:off x="5093494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/>
              <p:cNvCxnSpPr/>
              <p:nvPr/>
            </p:nvCxnSpPr>
            <p:spPr>
              <a:xfrm flipV="1">
                <a:off x="5381626" y="4350542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/>
              <p:cNvCxnSpPr/>
              <p:nvPr/>
            </p:nvCxnSpPr>
            <p:spPr>
              <a:xfrm flipV="1">
                <a:off x="5660232" y="4350541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/>
              <p:cNvCxnSpPr/>
              <p:nvPr/>
            </p:nvCxnSpPr>
            <p:spPr>
              <a:xfrm flipV="1">
                <a:off x="5943600" y="4350540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/>
              <p:cNvCxnSpPr/>
              <p:nvPr/>
            </p:nvCxnSpPr>
            <p:spPr>
              <a:xfrm flipV="1">
                <a:off x="6229351" y="4350541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/>
              <p:cNvCxnSpPr/>
              <p:nvPr/>
            </p:nvCxnSpPr>
            <p:spPr>
              <a:xfrm flipV="1">
                <a:off x="6507957" y="4350540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/>
              <p:cNvCxnSpPr/>
              <p:nvPr/>
            </p:nvCxnSpPr>
            <p:spPr>
              <a:xfrm flipV="1">
                <a:off x="6791325" y="4350539"/>
                <a:ext cx="0" cy="333375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7076698" y="3261392"/>
              <a:ext cx="28468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smtClean="0">
                  <a:solidFill>
                    <a:schemeClr val="bg1"/>
                  </a:solidFill>
                </a:rPr>
                <a:t>상승에서 시작하여 하강에서 캡쳐</a:t>
              </a:r>
              <a:endParaRPr lang="ko-KR" altLang="en-US" sz="1000" b="1">
                <a:solidFill>
                  <a:schemeClr val="bg1"/>
                </a:solidFill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9604300" y="3594931"/>
              <a:ext cx="1976437" cy="223042"/>
              <a:chOff x="4814888" y="4350539"/>
              <a:chExt cx="1976437" cy="333378"/>
            </a:xfrm>
          </p:grpSpPr>
          <p:cxnSp>
            <p:nvCxnSpPr>
              <p:cNvPr id="46" name="직선 화살표 연결선 45"/>
              <p:cNvCxnSpPr/>
              <p:nvPr/>
            </p:nvCxnSpPr>
            <p:spPr>
              <a:xfrm flipV="1">
                <a:off x="4814888" y="4350542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/>
              <p:cNvCxnSpPr/>
              <p:nvPr/>
            </p:nvCxnSpPr>
            <p:spPr>
              <a:xfrm flipV="1">
                <a:off x="5093494" y="4350542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/>
              <p:cNvCxnSpPr/>
              <p:nvPr/>
            </p:nvCxnSpPr>
            <p:spPr>
              <a:xfrm flipV="1">
                <a:off x="5381626" y="4350542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화살표 연결선 48"/>
              <p:cNvCxnSpPr/>
              <p:nvPr/>
            </p:nvCxnSpPr>
            <p:spPr>
              <a:xfrm flipV="1">
                <a:off x="5660232" y="4350541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화살표 연결선 49"/>
              <p:cNvCxnSpPr/>
              <p:nvPr/>
            </p:nvCxnSpPr>
            <p:spPr>
              <a:xfrm flipV="1">
                <a:off x="5943600" y="4350540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화살표 연결선 50"/>
              <p:cNvCxnSpPr/>
              <p:nvPr/>
            </p:nvCxnSpPr>
            <p:spPr>
              <a:xfrm flipV="1">
                <a:off x="6229351" y="4350541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화살표 연결선 51"/>
              <p:cNvCxnSpPr/>
              <p:nvPr/>
            </p:nvCxnSpPr>
            <p:spPr>
              <a:xfrm flipV="1">
                <a:off x="6507957" y="4350540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/>
              <p:cNvCxnSpPr/>
              <p:nvPr/>
            </p:nvCxnSpPr>
            <p:spPr>
              <a:xfrm flipV="1">
                <a:off x="6791325" y="4350539"/>
                <a:ext cx="0" cy="333375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직선 연결선 66"/>
            <p:cNvCxnSpPr/>
            <p:nvPr/>
          </p:nvCxnSpPr>
          <p:spPr>
            <a:xfrm>
              <a:off x="4500935" y="1039105"/>
              <a:ext cx="0" cy="311049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9314400" y="1039104"/>
              <a:ext cx="0" cy="311049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6901234" y="1039104"/>
              <a:ext cx="0" cy="311049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그룹 72"/>
            <p:cNvGrpSpPr/>
            <p:nvPr/>
          </p:nvGrpSpPr>
          <p:grpSpPr>
            <a:xfrm>
              <a:off x="6790123" y="3507614"/>
              <a:ext cx="347188" cy="378420"/>
              <a:chOff x="6951677" y="4374513"/>
              <a:chExt cx="347188" cy="378420"/>
            </a:xfrm>
          </p:grpSpPr>
          <p:cxnSp>
            <p:nvCxnSpPr>
              <p:cNvPr id="39" name="직선 화살표 연결선 38"/>
              <p:cNvCxnSpPr/>
              <p:nvPr/>
            </p:nvCxnSpPr>
            <p:spPr>
              <a:xfrm flipV="1">
                <a:off x="7062788" y="4460876"/>
                <a:ext cx="0" cy="223040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타원 42"/>
              <p:cNvSpPr/>
              <p:nvPr/>
            </p:nvSpPr>
            <p:spPr>
              <a:xfrm>
                <a:off x="6951677" y="4374513"/>
                <a:ext cx="347188" cy="37842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2087771" y="1901041"/>
              <a:ext cx="2400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CPOL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0</a:t>
              </a:r>
            </a:p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CPHA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0</a:t>
              </a:r>
              <a:endParaRPr lang="ko-KR" altLang="en-US" sz="24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500935" y="1907952"/>
              <a:ext cx="2400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CPOL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0</a:t>
              </a:r>
            </a:p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CPHA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1</a:t>
              </a:r>
              <a:endParaRPr lang="ko-KR" altLang="en-US" sz="24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888740" y="1907951"/>
              <a:ext cx="2400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CPOL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1</a:t>
              </a:r>
            </a:p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CPHA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0</a:t>
              </a:r>
              <a:endParaRPr lang="ko-KR" altLang="en-US" sz="24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361875" y="1907951"/>
              <a:ext cx="2400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CPOL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1</a:t>
              </a:r>
            </a:p>
            <a:p>
              <a:pPr algn="ctr"/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CPHA</a:t>
              </a:r>
              <a:r>
                <a:rPr lang="ko-KR" altLang="en-US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</a:t>
              </a:r>
              <a:r>
                <a:rPr lang="en-US" altLang="ko-KR" sz="2400" smtClean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=  1  </a:t>
              </a:r>
              <a:endParaRPr lang="ko-KR" altLang="en-US" sz="24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59" name="꺾인 연결선 58"/>
            <p:cNvCxnSpPr/>
            <p:nvPr/>
          </p:nvCxnSpPr>
          <p:spPr>
            <a:xfrm>
              <a:off x="9289038" y="3607794"/>
              <a:ext cx="333764" cy="197316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3"/>
          <a:srcRect l="1" r="-1855" b="49509"/>
          <a:stretch/>
        </p:blipFill>
        <p:spPr>
          <a:xfrm>
            <a:off x="183541" y="4068584"/>
            <a:ext cx="6597051" cy="2596460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3"/>
          <a:srcRect t="50908" r="-1311"/>
          <a:stretch/>
        </p:blipFill>
        <p:spPr>
          <a:xfrm>
            <a:off x="6647821" y="4044191"/>
            <a:ext cx="5148384" cy="2733665"/>
          </a:xfrm>
          <a:prstGeom prst="rect">
            <a:avLst/>
          </a:prstGeom>
        </p:spPr>
      </p:pic>
      <p:sp>
        <p:nvSpPr>
          <p:cNvPr id="60" name="타원 59"/>
          <p:cNvSpPr/>
          <p:nvPr/>
        </p:nvSpPr>
        <p:spPr>
          <a:xfrm>
            <a:off x="7865035" y="5785473"/>
            <a:ext cx="480617" cy="4838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/>
          <p:cNvSpPr/>
          <p:nvPr/>
        </p:nvSpPr>
        <p:spPr>
          <a:xfrm>
            <a:off x="9150865" y="3342717"/>
            <a:ext cx="448589" cy="3591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/>
          <p:cNvCxnSpPr/>
          <p:nvPr/>
        </p:nvCxnSpPr>
        <p:spPr>
          <a:xfrm flipV="1">
            <a:off x="8235576" y="3718195"/>
            <a:ext cx="1018151" cy="20672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/>
          <p:cNvCxnSpPr/>
          <p:nvPr/>
        </p:nvCxnSpPr>
        <p:spPr>
          <a:xfrm flipH="1" flipV="1">
            <a:off x="7029163" y="3683795"/>
            <a:ext cx="705137" cy="7643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/>
          <p:cNvSpPr/>
          <p:nvPr/>
        </p:nvSpPr>
        <p:spPr>
          <a:xfrm>
            <a:off x="7682753" y="4430987"/>
            <a:ext cx="480617" cy="4838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/>
          <p:cNvSpPr/>
          <p:nvPr/>
        </p:nvSpPr>
        <p:spPr>
          <a:xfrm>
            <a:off x="1648528" y="4448175"/>
            <a:ext cx="480617" cy="4838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/>
          <p:cNvSpPr/>
          <p:nvPr/>
        </p:nvSpPr>
        <p:spPr>
          <a:xfrm>
            <a:off x="2020766" y="3342718"/>
            <a:ext cx="320990" cy="3410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화살표 연결선 126"/>
          <p:cNvCxnSpPr/>
          <p:nvPr/>
        </p:nvCxnSpPr>
        <p:spPr>
          <a:xfrm flipV="1">
            <a:off x="1921669" y="3764469"/>
            <a:ext cx="158773" cy="636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/>
          <p:cNvSpPr/>
          <p:nvPr/>
        </p:nvSpPr>
        <p:spPr>
          <a:xfrm>
            <a:off x="4456428" y="3345724"/>
            <a:ext cx="320990" cy="3410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/>
          <p:cNvSpPr/>
          <p:nvPr/>
        </p:nvSpPr>
        <p:spPr>
          <a:xfrm>
            <a:off x="1846729" y="5700246"/>
            <a:ext cx="497037" cy="4838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2" name="직선 화살표 연결선 131"/>
          <p:cNvCxnSpPr/>
          <p:nvPr/>
        </p:nvCxnSpPr>
        <p:spPr>
          <a:xfrm flipV="1">
            <a:off x="2297560" y="3701884"/>
            <a:ext cx="2183180" cy="19983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/>
          <p:cNvGrpSpPr/>
          <p:nvPr/>
        </p:nvGrpSpPr>
        <p:grpSpPr>
          <a:xfrm>
            <a:off x="2135361" y="3579803"/>
            <a:ext cx="2098746" cy="376297"/>
            <a:chOff x="2135361" y="3579803"/>
            <a:chExt cx="2098746" cy="376297"/>
          </a:xfrm>
        </p:grpSpPr>
        <p:sp>
          <p:nvSpPr>
            <p:cNvPr id="137" name="TextBox 136"/>
            <p:cNvSpPr txBox="1"/>
            <p:nvPr/>
          </p:nvSpPr>
          <p:spPr>
            <a:xfrm>
              <a:off x="2135361" y="3584739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411606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701335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980387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3261035" y="3586768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37280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3827009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4106061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4609540" y="3577774"/>
            <a:ext cx="2098746" cy="376297"/>
            <a:chOff x="2135361" y="3579803"/>
            <a:chExt cx="2098746" cy="376297"/>
          </a:xfrm>
        </p:grpSpPr>
        <p:sp>
          <p:nvSpPr>
            <p:cNvPr id="150" name="TextBox 149"/>
            <p:cNvSpPr txBox="1"/>
            <p:nvPr/>
          </p:nvSpPr>
          <p:spPr>
            <a:xfrm>
              <a:off x="2135361" y="3584739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411606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2701335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980387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261035" y="3586768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537280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827009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106061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6879618" y="3579803"/>
            <a:ext cx="2098746" cy="376297"/>
            <a:chOff x="2135361" y="3579803"/>
            <a:chExt cx="2098746" cy="376297"/>
          </a:xfrm>
        </p:grpSpPr>
        <p:sp>
          <p:nvSpPr>
            <p:cNvPr id="159" name="TextBox 158"/>
            <p:cNvSpPr txBox="1"/>
            <p:nvPr/>
          </p:nvSpPr>
          <p:spPr>
            <a:xfrm>
              <a:off x="2135361" y="3584739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2411606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701335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980387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261035" y="3586768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537280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827009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106061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9430839" y="3591011"/>
            <a:ext cx="2098746" cy="376297"/>
            <a:chOff x="2135361" y="3579803"/>
            <a:chExt cx="2098746" cy="376297"/>
          </a:xfrm>
        </p:grpSpPr>
        <p:sp>
          <p:nvSpPr>
            <p:cNvPr id="169" name="TextBox 168"/>
            <p:cNvSpPr txBox="1"/>
            <p:nvPr/>
          </p:nvSpPr>
          <p:spPr>
            <a:xfrm>
              <a:off x="2135361" y="3584739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2411606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2701335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2980387" y="3579803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261035" y="3586768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3537280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3827009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4106061" y="3581832"/>
              <a:ext cx="12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355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196</Words>
  <Application>Microsoft Office PowerPoint</Application>
  <PresentationFormat>와이드스크린</PresentationFormat>
  <Paragraphs>112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17</cp:revision>
  <dcterms:created xsi:type="dcterms:W3CDTF">2025-11-07T05:29:19Z</dcterms:created>
  <dcterms:modified xsi:type="dcterms:W3CDTF">2025-11-10T08:39:21Z</dcterms:modified>
</cp:coreProperties>
</file>