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6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12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6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4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43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22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75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7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2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05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24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8825D-370A-4AD8-B896-9635741C181C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649D7-1790-4FEB-B1BB-55FD9C44F6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734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393700" y="177800"/>
            <a:ext cx="3994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write</a:t>
            </a:r>
            <a:endParaRPr lang="ko-KR" altLang="en-US" sz="4400" b="1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38" r="1455" b="-1"/>
          <a:stretch/>
        </p:blipFill>
        <p:spPr>
          <a:xfrm>
            <a:off x="393701" y="1027216"/>
            <a:ext cx="11493500" cy="521285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839195" y="2452255"/>
            <a:ext cx="2084119" cy="231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052950" y="2190645"/>
            <a:ext cx="18703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smtClean="0">
                <a:solidFill>
                  <a:schemeClr val="bg1"/>
                </a:solidFill>
              </a:rPr>
              <a:t>Done</a:t>
            </a:r>
            <a:r>
              <a:rPr lang="ko-KR" altLang="en-US" sz="1100" b="1" smtClean="0">
                <a:solidFill>
                  <a:schemeClr val="bg1"/>
                </a:solidFill>
              </a:rPr>
              <a:t> 두번</a:t>
            </a:r>
            <a:r>
              <a:rPr lang="en-US" altLang="ko-KR" sz="1100" b="1" smtClean="0">
                <a:solidFill>
                  <a:schemeClr val="bg1"/>
                </a:solidFill>
              </a:rPr>
              <a:t> </a:t>
            </a:r>
            <a:r>
              <a:rPr lang="ko-KR" altLang="en-US" sz="1100" b="1" smtClean="0">
                <a:solidFill>
                  <a:schemeClr val="bg1"/>
                </a:solidFill>
              </a:rPr>
              <a:t>시 데이터 전송</a:t>
            </a:r>
            <a:endParaRPr lang="ko-KR" altLang="en-US" sz="1100" b="1">
              <a:solidFill>
                <a:schemeClr val="bg1"/>
              </a:solidFill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8597736" y="2303636"/>
            <a:ext cx="338447" cy="1664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7036130" y="2392878"/>
            <a:ext cx="1383475" cy="1365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타원 92"/>
          <p:cNvSpPr/>
          <p:nvPr/>
        </p:nvSpPr>
        <p:spPr>
          <a:xfrm>
            <a:off x="7588328" y="4429453"/>
            <a:ext cx="338447" cy="1664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/>
          <p:cNvSpPr/>
          <p:nvPr/>
        </p:nvSpPr>
        <p:spPr>
          <a:xfrm>
            <a:off x="5688278" y="4420712"/>
            <a:ext cx="338447" cy="1664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5237018" y="4154169"/>
            <a:ext cx="2778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smtClean="0">
                <a:solidFill>
                  <a:schemeClr val="bg1"/>
                </a:solidFill>
              </a:rPr>
              <a:t>0101_0010(52) -&gt; 01_0010 (12)</a:t>
            </a:r>
            <a:endParaRPr lang="ko-KR" altLang="en-US"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008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2" y="731766"/>
            <a:ext cx="11131682" cy="563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6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1723250"/>
            <a:ext cx="11384280" cy="328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4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809625"/>
            <a:ext cx="10601325" cy="558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53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189" y="0"/>
            <a:ext cx="5432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Slave </a:t>
            </a:r>
            <a:r>
              <a:rPr lang="en-US" altLang="ko-KR" sz="440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Write Read</a:t>
            </a:r>
            <a:endParaRPr lang="ko-KR" altLang="en-US" sz="440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0" y="990599"/>
            <a:ext cx="11878636" cy="46958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284570" y="1889403"/>
            <a:ext cx="142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smtClean="0">
                <a:solidFill>
                  <a:srgbClr val="FF0000"/>
                </a:solidFill>
              </a:rPr>
              <a:t>1111_0000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77741" y="4902202"/>
            <a:ext cx="142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smtClean="0">
                <a:solidFill>
                  <a:schemeClr val="bg1"/>
                </a:solidFill>
              </a:rPr>
              <a:t>1010_1010</a:t>
            </a:r>
            <a:endParaRPr lang="ko-KR" altLang="en-US" b="1">
              <a:solidFill>
                <a:schemeClr val="bg1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2689412" y="3157538"/>
            <a:ext cx="0" cy="27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3857812" y="3157538"/>
            <a:ext cx="0" cy="27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5003987" y="3157538"/>
            <a:ext cx="0" cy="27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6150162" y="3157538"/>
            <a:ext cx="0" cy="27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7301380" y="3157538"/>
            <a:ext cx="0" cy="27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8450730" y="3157538"/>
            <a:ext cx="0" cy="27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9596905" y="3157538"/>
            <a:ext cx="0" cy="27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10743080" y="3157538"/>
            <a:ext cx="0" cy="2738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/>
          <p:cNvGrpSpPr/>
          <p:nvPr/>
        </p:nvGrpSpPr>
        <p:grpSpPr>
          <a:xfrm>
            <a:off x="2577726" y="3378012"/>
            <a:ext cx="8277039" cy="373113"/>
            <a:chOff x="2577726" y="3378012"/>
            <a:chExt cx="8277039" cy="373113"/>
          </a:xfrm>
        </p:grpSpPr>
        <p:sp>
          <p:nvSpPr>
            <p:cNvPr id="18" name="TextBox 17"/>
            <p:cNvSpPr txBox="1"/>
            <p:nvPr/>
          </p:nvSpPr>
          <p:spPr>
            <a:xfrm>
              <a:off x="2577726" y="3378993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rgbClr val="FF0000"/>
                  </a:solidFill>
                </a:rPr>
                <a:t>1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46125" y="3378993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rgbClr val="FF0000"/>
                  </a:solidFill>
                </a:rPr>
                <a:t>1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01454" y="3378993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rgbClr val="FF0000"/>
                  </a:solidFill>
                </a:rPr>
                <a:t>1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38477" y="3378012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FF0000"/>
                  </a:solidFill>
                </a:rPr>
                <a:t>1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87826" y="3381793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FF0000"/>
                  </a:solidFill>
                </a:rPr>
                <a:t>0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343899" y="3378012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FF0000"/>
                  </a:solidFill>
                </a:rPr>
                <a:t>0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499228" y="3378012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FF0000"/>
                  </a:solidFill>
                </a:rPr>
                <a:t>0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631394" y="3378012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FF0000"/>
                  </a:solidFill>
                </a:rPr>
                <a:t>0</a:t>
              </a:r>
              <a:endParaRPr lang="ko-KR" altLang="en-US" b="1">
                <a:solidFill>
                  <a:srgbClr val="FF0000"/>
                </a:solidFill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2577726" y="3640542"/>
            <a:ext cx="8277039" cy="373113"/>
            <a:chOff x="2577726" y="3378012"/>
            <a:chExt cx="8277039" cy="373113"/>
          </a:xfrm>
        </p:grpSpPr>
        <p:sp>
          <p:nvSpPr>
            <p:cNvPr id="46" name="TextBox 45"/>
            <p:cNvSpPr txBox="1"/>
            <p:nvPr/>
          </p:nvSpPr>
          <p:spPr>
            <a:xfrm>
              <a:off x="2577726" y="3378993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746125" y="3378993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01454" y="3378993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038477" y="3378012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187826" y="3381793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343899" y="3378012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499228" y="3378012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smtClean="0">
                  <a:solidFill>
                    <a:schemeClr val="bg1"/>
                  </a:solidFill>
                </a:rPr>
                <a:t>1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631394" y="3378012"/>
              <a:ext cx="2233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chemeClr val="bg1"/>
                  </a:solidFill>
                </a:rPr>
                <a:t>0</a:t>
              </a:r>
              <a:endParaRPr lang="ko-KR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54" name="타원 53"/>
          <p:cNvSpPr/>
          <p:nvPr/>
        </p:nvSpPr>
        <p:spPr>
          <a:xfrm>
            <a:off x="6843058" y="4837092"/>
            <a:ext cx="340659" cy="344508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6843057" y="2181412"/>
            <a:ext cx="340659" cy="3295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11184963" y="4114801"/>
            <a:ext cx="340659" cy="3295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11161058" y="2425586"/>
            <a:ext cx="340659" cy="344508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/>
          <p:cNvCxnSpPr/>
          <p:nvPr/>
        </p:nvCxnSpPr>
        <p:spPr>
          <a:xfrm flipV="1">
            <a:off x="7284570" y="2719294"/>
            <a:ext cx="3876488" cy="2117798"/>
          </a:xfrm>
          <a:prstGeom prst="straightConnector1">
            <a:avLst/>
          </a:prstGeom>
          <a:ln w="28575">
            <a:solidFill>
              <a:schemeClr val="bg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7280461" y="2479893"/>
            <a:ext cx="3880597" cy="1725188"/>
          </a:xfrm>
          <a:prstGeom prst="straightConnector1">
            <a:avLst/>
          </a:prstGeom>
          <a:ln w="28575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436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34</Words>
  <Application>Microsoft Office PowerPoint</Application>
  <PresentationFormat>와이드스크린</PresentationFormat>
  <Paragraphs>22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21</cp:revision>
  <dcterms:created xsi:type="dcterms:W3CDTF">2025-11-07T05:29:19Z</dcterms:created>
  <dcterms:modified xsi:type="dcterms:W3CDTF">2025-11-10T08:34:51Z</dcterms:modified>
</cp:coreProperties>
</file>